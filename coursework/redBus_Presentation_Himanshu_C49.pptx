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</a:rPr>
              <a:t>PRODUCT ANALYSIS · REDBUS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From Aggregator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to Accountability Partner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A8A8A"/>
                </a:solidFill>
              </a:rPr>
              <a:t>Solving last-minute operator cancellations to improve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A8A8A"/>
                </a:solidFill>
              </a:rPr>
              <a:t>3-month user retention by 15%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2926080" cy="658368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Himanshu Jain  ·  C49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457200"/>
            <a:ext cx="201168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457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Phase 1: Product Analysis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0" y="1051560"/>
            <a:ext cx="201168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Phase 2: User Research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1645920"/>
            <a:ext cx="201168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Phase 3: PRD + Wireframes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THE PROBLEM — A REAL USER STORY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74980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0021B"/>
                </a:solidFill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C1C1E"/>
                </a:solidFill>
              </a:rPr>
              <a:t>I planned a trip to Manali. My bus got cancelled ONE HOUR before departure. I waited 4 hours for an alternative. The driver was rude. I abandoned the trip midway in Chandigarh and booked an Ola back to Delhi.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0021B"/>
                </a:solidFill>
              </a:rPr>
              <a:t>And the next day — that same operator was still live on redBus, taking new bookings.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</a:rPr>
              <a:t>— Tejashvi Dubey, CA  ·  Leisure traveller, 3–4 trips/year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2606040" cy="10058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813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0021B"/>
                </a:solidFill>
              </a:rPr>
              <a:t>69%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315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</a:rPr>
              <a:t>users faced a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</a:rPr>
              <a:t>major issue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794760"/>
            <a:ext cx="2606040" cy="10058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813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0021B"/>
                </a:solidFill>
              </a:rPr>
              <a:t>45%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4315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</a:rPr>
              <a:t>cite operator quality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</a:rPr>
              <a:t>as #1 frustration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794760"/>
            <a:ext cx="2606040" cy="10058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813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0021B"/>
                </a:solidFill>
              </a:rPr>
              <a:t>34%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4315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</a:rPr>
              <a:t>now book directly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8A"/>
                </a:solidFill>
              </a:rPr>
              <a:t>from operators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RESEARCH → PRIORITIZATION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</a:rPr>
              <a:t>Research Conducted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" cy="256032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</a:rPr>
              <a:t>3 in-depth user interviews (20–30 min each)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" cy="256032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</a:rPr>
              <a:t>29 survey responses across user segments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4864" cy="256032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40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</a:rPr>
              <a:t>Segments: Leisure, Regular Commuter, Urgent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</a:rPr>
              <a:t>PIF Prioritization Framework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3931920" cy="1600200"/>
        </p:xfrm>
        <a:graphic>
          <a:graphicData uri="http://schemas.openxmlformats.org/drawingml/2006/table">
            <a:tbl>
              <a:tblPr/>
              <a:tblGrid>
                <a:gridCol w="2011680"/>
                <a:gridCol w="411480"/>
                <a:gridCol w="411480"/>
                <a:gridCol w="411480"/>
                <a:gridCol w="685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Freq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0021B"/>
                          </a:solidFill>
                        </a:rPr>
                        <a:t>Last-min cancellations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0021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0021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0021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0021B"/>
                          </a:solidFill>
                        </a:rPr>
                        <a:t>12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Operator quality uncertainty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Poor customer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Slow refund process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54880" y="804672"/>
            <a:ext cx="3931920" cy="404164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804672"/>
            <a:ext cx="3931920" cy="475488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8046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THIS is P0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92040" y="1417320"/>
            <a:ext cx="201168" cy="201168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13898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Highest impact on retention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66360" y="16276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Platform abandonment after cancellation is permanent — users switch to competitors or direct booking.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892040" y="2194560"/>
            <a:ext cx="201168" cy="201168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66360" y="21671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Cascading failure effect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66360" y="24048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One cancellation = stranded user + forced rebook at 3–4x price + platform distrust + no recourse.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92040" y="2971800"/>
            <a:ext cx="201168" cy="201168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294436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Within platform's control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66360" y="31821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Unlike traffic or weather, operator behavior can be changed through incentives and accountability.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92040" y="3749040"/>
            <a:ext cx="201168" cy="201168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66360" y="372160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Solvable &amp; differentiating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66360" y="39593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No competitor has an accountability system. First mover wins the 'most reliable' positioning.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THE SOLUTION — redBus GUARANTEE (3-PILLAR SYSTEM)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solidFill>
            <a:srgbClr val="FFF3F3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0467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</a:rPr>
              <a:t>Goal: Improve 3-month user retention from 45% → 52% in 6 months by eliminating the trust damage caused by cancellations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743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274320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447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PREVENTION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8A"/>
                </a:solidFill>
              </a:rPr>
              <a:t>Transparency before booking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395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Reliability score on search results (90-day cancellation rate)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9443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'Guaranteed Journey' badge for &lt;1% cancellation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4930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'Sort by Most Reliable' filter added to search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04164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Analogous to Airbnb Superhost → 20% higher bookings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444752"/>
            <a:ext cx="2743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44752"/>
            <a:ext cx="2743200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4447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DETERRENCE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8A"/>
                </a:solidFill>
              </a:rPr>
              <a:t>Accountability for operators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2450592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2395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20–50% financial penalty based on time-to-departure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999232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29443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Calendar blocking — prevent resale of cancelled seats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3547872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34930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Progressive suspension: warn at 5%, suspend at 7%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4096512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404164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Reason verification with proof for extraordinary cases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1444752"/>
            <a:ext cx="2743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1444752"/>
            <a:ext cx="2743200" cy="530352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14447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PROTECTION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8A"/>
                </a:solidFill>
              </a:rPr>
              <a:t>User rescue when things go wrong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2450592"/>
            <a:ext cx="128016" cy="128016"/>
          </a:xfrm>
          <a:prstGeom prst="ellipse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2395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Alternative bus found within 2 hours — redBus covers difference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2999232"/>
            <a:ext cx="128016" cy="128016"/>
          </a:xfrm>
          <a:prstGeom prst="ellipse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29443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Instant auto-refund triggered — no user action, no 10-day wait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3547872"/>
            <a:ext cx="128016" cy="128016"/>
          </a:xfrm>
          <a:prstGeom prst="ellipse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34930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Compensation: ₹500–₹2,000 + loyalty points by user tier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4096512"/>
            <a:ext cx="128016" cy="128016"/>
          </a:xfrm>
          <a:prstGeom prst="ellipse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9944" y="404164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E"/>
                </a:solidFill>
              </a:rPr>
              <a:t>Meal/hotel vouchers for extended waits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017520" y="26060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A8A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897880" y="26060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A8A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CANCELLATION RESCUE FLOW — THE CRITICAL UX MOMENT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36192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51560"/>
            <a:ext cx="530352" cy="27432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515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1536192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Push Alert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3533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"Your bus was cancelled — but we've found alternatives"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Shows ₹1,000 compensation upfront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18-min timer holds options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0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11680" y="1051560"/>
            <a:ext cx="1536192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051560"/>
            <a:ext cx="530352" cy="27432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0515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1325880"/>
            <a:ext cx="1536192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3258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 Page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1828800"/>
            <a:ext cx="13533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Shows original booking details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Clear explanation of what happens next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Refund + compensation summary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6616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49040" y="1051560"/>
            <a:ext cx="1536192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051560"/>
            <a:ext cx="530352" cy="27432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0515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325880"/>
            <a:ext cx="1536192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3258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 Alternatives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1828800"/>
            <a:ext cx="13533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Ranked: Same price → Earliest → Highest rated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"redBus covers the difference" badge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1-tap booking removes friction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0" y="1051560"/>
            <a:ext cx="1536192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1051560"/>
            <a:ext cx="530352" cy="27432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0515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1325880"/>
            <a:ext cx="1536192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3258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Rebooked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1828800"/>
            <a:ext cx="13533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New PNR confirmed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Fare breakdown transparent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₹1,000 credit + 1,000 points immediately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4088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23760" y="1051560"/>
            <a:ext cx="1536192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26680" y="1051560"/>
            <a:ext cx="530352" cy="27432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10515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1325880"/>
            <a:ext cx="1536192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3258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Feedback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1828800"/>
            <a:ext cx="13533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Compensation summary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"Available immediately — no 10-day wait"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Emoji feedback loop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360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</a:rPr>
              <a:t>✓  Lead with solution, not bad news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14600" y="46360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</a:rPr>
              <a:t>✓  Show compensation upfront to reduce panic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63440" y="46360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</a:rPr>
              <a:t>✓  1-tap rebook — minimal friction in stressful moment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12280" y="46360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</a:rPr>
              <a:t>✓  Instant wallet credit — not 10-15 day refund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SUCCESS METRICS + 6-MONTH ROLLOUT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749040" cy="141732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41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</a:rPr>
              <a:t>NORTH STAR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3-Month User Retention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0021B"/>
                </a:solidFill>
              </a:rPr>
              <a:t>45%  →  52%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+15% relative  ·  ~50,000 additional retained users/quarter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11155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3957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8A8A"/>
                </a:solidFill>
              </a:rPr>
              <a:t>Operator cancellation rate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270662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</a:rPr>
              <a:t>8% → 4%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19072" y="2359152"/>
            <a:ext cx="11155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23957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8A8A"/>
                </a:solidFill>
              </a:rPr>
              <a:t>Rebooking SLA achievement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7360" y="270662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</a:rPr>
              <a:t>— → 85%+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80944" y="2359152"/>
            <a:ext cx="11155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99232" y="23957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8A8A"/>
                </a:solidFill>
              </a:rPr>
              <a:t>Post-cancellation CSAT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99232" y="270662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</a:rPr>
              <a:t>2.1/5 → 3.8/5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</a:rPr>
              <a:t>Guardrails: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</a:rPr>
              <a:t>Operator churn &lt;10%   ·   Avg ticket price no decline &gt;5%   ·   Support tickets per 1k bookings: 45 → 25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804672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886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</a:rPr>
              <a:t>6-Month Phased Rollout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96012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8988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7190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Months 1–2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3440" y="19659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FF"/>
                </a:solidFill>
              </a:rPr>
              <a:t>Foundation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42432" y="1444752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Operator performance tracking system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42432" y="1700784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Reliability score on search (A/B test 20% traffic)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42432" y="1956816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Operator communication &amp; grace period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487168"/>
            <a:ext cx="960120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5054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Months 3–4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30815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FF"/>
                </a:solidFill>
              </a:rPr>
              <a:t>Deterrence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42432" y="2560320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523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Activate financial penalties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42432" y="2816352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Progressive suspension system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42432" y="3072384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Calendar blocking + reason verification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602736"/>
            <a:ext cx="960120" cy="86868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6210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39502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Months 5–6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63440" y="41970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FF"/>
                </a:solidFill>
              </a:rPr>
              <a:t>User Protection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42432" y="3675888"/>
            <a:ext cx="91440" cy="91440"/>
          </a:xfrm>
          <a:prstGeom prst="ellipse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Alternative bus guarantee (pilot 2 routes)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42432" y="3931920"/>
            <a:ext cx="91440" cy="91440"/>
          </a:xfrm>
          <a:prstGeom prst="ellipse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3895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Auto-refund + compensation system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42432" y="4187952"/>
            <a:ext cx="91440" cy="91440"/>
          </a:xfrm>
          <a:prstGeom prst="ellipse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7880" y="4151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</a:rPr>
              <a:t>Full rollout + 'redBus Guarantee' campaign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</a:rPr>
              <a:t>THE REPOSITIONING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aggregator → to accountability partner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3886200" cy="24231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00600" y="1664208"/>
            <a:ext cx="3886200" cy="2423160"/>
          </a:xfrm>
          <a:prstGeom prst="rect">
            <a:avLst/>
          </a:prstGeom>
          <a:solidFill>
            <a:srgbClr val="1A2A1A"/>
          </a:solidFill>
          <a:ln w="12700">
            <a:solidFill>
              <a:srgbClr val="2A4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1691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7AE60"/>
                </a:solidFill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6666"/>
                </a:solidFill>
              </a:rPr>
              <a:t>✕  Operators cancel with zero consequences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694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6666"/>
                </a:solidFill>
              </a:rPr>
              <a:t>✕  Users stranded, scramble for alternatives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6666"/>
                </a:solidFill>
              </a:rPr>
              <a:t>✕  10–15 day refund — no compensation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107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6666"/>
                </a:solidFill>
              </a:rPr>
              <a:t>✕  Platform takes no action on complaints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EE88"/>
                </a:solidFill>
              </a:rPr>
              <a:t>✓  Penalties + suspension create real deterrence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5694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EE88"/>
                </a:solidFill>
              </a:rPr>
              <a:t>✓  Alternative bus found within 2 hours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990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EE88"/>
                </a:solidFill>
              </a:rPr>
              <a:t>✓  Instant refund + ₹1,000 compensation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34107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EE88"/>
                </a:solidFill>
              </a:rPr>
              <a:t>✓  Accountability is automatic and visible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"redBus Guarantee — If your bus cancels, we find you another within 2 hours. That's our promise."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redBus – Operator Cancellation Problem</dc:title>
  <dc:subject>PptxGenJS Presentation</dc:subject>
  <dc:creator>PptxGenJS</dc:creator>
  <cp:lastModifiedBy>PptxGenJS</cp:lastModifiedBy>
  <cp:revision>1</cp:revision>
  <dcterms:created xsi:type="dcterms:W3CDTF">2026-02-24T05:06:53Z</dcterms:created>
  <dcterms:modified xsi:type="dcterms:W3CDTF">2026-02-24T05:06:53Z</dcterms:modified>
</cp:coreProperties>
</file>